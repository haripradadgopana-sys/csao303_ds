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370190"/>
            <a:ext cx="9144000" cy="283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“Job Application Tracker using Greedy Match”</a:t>
            </a:r>
            <a:b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513971" y="4758271"/>
            <a:ext cx="495276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SUVEDHAN G (192524381)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G.HARI PRASAD (192525273)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JASHWANTH.G.R (192524384)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7478567" y="5213704"/>
            <a:ext cx="3704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b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T. RAJESH KUMAR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556386" y="2890411"/>
            <a:ext cx="6646607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CSA0303- Data Structures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609600" y="1600201"/>
            <a:ext cx="10795819" cy="4810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Job Application Tracker using Greedy Match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Automates candidate screening, ranking, and interview scheduling for recruiters.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Uses Greedy algorithms to make the locally optimal choice at every hiring stage.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Matches applicant skills to job requirements with a computed score.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Improves speed, fairness, and efficiency of the recruitment pipeline.</a:t>
            </a:r>
            <a:endParaRPr/>
          </a:p>
          <a:p>
            <a:pPr indent="-3619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2575022" y="365125"/>
            <a:ext cx="6990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838200" y="1708009"/>
            <a:ext cx="10439400" cy="398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Manual resume screening is slow and inconsistent across recruiters.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Interview slots are often double-booked or scheduled inefficiently.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Large applicant pools make it hard to shortlist fairly and quickly.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Recruiters need a fast, rule-based system, not a complex optimizer.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 Greedy-based tracker can solve this with simple, fast decisions.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1526807" y="-83418"/>
            <a:ext cx="85404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89"/>
              <a:buNone/>
            </a:pPr>
            <a: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b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1671144" y="2116177"/>
            <a:ext cx="8903173" cy="353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Input Layer: resumes and job postings.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Processing Layer: Scorer, Scheduler, Filter engines.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 Layer: arrays and sorted score/slot lists.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Decision Layer: best local choice at each stage.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Output Layer: ranked list, calendar, and shortlist.</a:t>
            </a:r>
            <a:endParaRPr/>
          </a:p>
          <a:p>
            <a:pPr indent="-76200" lvl="0" marL="228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"/>
            <a:ext cx="924250" cy="109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8053" y="81377"/>
            <a:ext cx="1103950" cy="975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388" y="1364050"/>
            <a:ext cx="10280701" cy="555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2015612" y="365125"/>
            <a:ext cx="93381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Project Modules</a:t>
            </a:r>
            <a:b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1091381" y="1619047"/>
            <a:ext cx="9792929" cy="443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Three Core Modules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Module 1 - Candidate-Job Skill Scorer: ranks applicants by Match Score.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Module 2 - Interview Scheduling Optimizer: allocates conflict-free slots.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Module 3 - Recruitment Funnel Filter: shortlists top-tier candidates.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Each module applies a Greedy strategy at its own stage of hiring.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Together they form one end-to-end recruitment pipeline.</a:t>
            </a:r>
            <a:endParaRPr/>
          </a:p>
          <a:p>
            <a:pPr indent="-76200" lvl="0" marL="228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2576052" y="934065"/>
            <a:ext cx="5810864" cy="1111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 sz="3900">
                <a:latin typeface="Times New Roman"/>
                <a:ea typeface="Times New Roman"/>
                <a:cs typeface="Times New Roman"/>
                <a:sym typeface="Times New Roman"/>
              </a:rPr>
              <a:t>MODULE 1: Skill Scorer </a:t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726831" y="2247464"/>
            <a:ext cx="10626969" cy="383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Ranking Applicants by Relevance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Match applicant skill sets against job requirements.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Calculate a Match Score (0-100%) for each candidate.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Apply Greedy Approach: highest-scoring candidates first.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Generate a ranked list from most to least qualified.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Instantly flag top candidates for recruiter review.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1838000" y="743500"/>
            <a:ext cx="8129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Scheduling Optimizer</a:t>
            </a:r>
            <a:endParaRPr b="1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838200" y="1924223"/>
            <a:ext cx="10297689" cy="3970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7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Time-Slot Allocation 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Assigns interview slots based on recruiter availability.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Greedy Interval Scheduling to pick earliest slots.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Sorts requests by finish time to avoid overlaps.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Maximizes the number of interviews per day.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a fully packed, conflict-free calendar.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1159002" y="803275"/>
            <a:ext cx="9472500" cy="22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MODULE 3: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 Recruitment Funnel Filter</a:t>
            </a:r>
            <a:b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1241808" y="2761899"/>
            <a:ext cx="8385668" cy="3226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Selects the top-N candidates above the score threshold.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Makes locally optimal choices at each stage.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Filters resumes, tests, and interviews in sequence.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Rapidly narrows a large pool to top-tier talent.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Passes only top-ranked candidates to the next stage.</a:t>
            </a:r>
            <a:endParaRPr/>
          </a:p>
          <a:p>
            <a:pPr indent="-1905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2921801" y="598672"/>
            <a:ext cx="5565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I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b="1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/>
          <p:nvPr/>
        </p:nvSpPr>
        <p:spPr>
          <a:xfrm>
            <a:off x="838200" y="1924223"/>
            <a:ext cx="10297689" cy="3970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21" title="_- visual selectio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263" y="1836088"/>
            <a:ext cx="1180147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1312882" y="1124607"/>
            <a:ext cx="8540414" cy="165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222"/>
              <a:buNone/>
            </a:pPr>
            <a: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  <a:t>Techniques &amp; Data Structures Used</a:t>
            </a:r>
            <a:b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1671144" y="2116177"/>
            <a:ext cx="8903173" cy="353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Approach (Max-Score First) for skill scoring.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Interval Scheduling for interview slot allocation.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Filtering for funnel-based shortlisting.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Arrays / Sorting to rank candidates by score or time.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Priority Queue to always access the top-ranked candidate.</a:t>
            </a:r>
            <a:endParaRPr/>
          </a:p>
          <a:p>
            <a:pPr indent="-76200" lvl="0" marL="228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1826478" y="907097"/>
            <a:ext cx="83268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865800" y="2456983"/>
            <a:ext cx="110466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Rapid and simple candidate matching.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Efficient interview scheduling with no time conflicts.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Faster shortlisting for high-volume recruitment drives.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Easy to implement and extend with new criteria.</a:t>
            </a:r>
            <a:endParaRPr/>
          </a:p>
          <a:p>
            <a:pPr indent="-76200" lvl="0" marL="228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02" y="23018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5884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595700" y="370200"/>
            <a:ext cx="44907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669891" y="2461208"/>
            <a:ext cx="10805328" cy="310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Job Application Tracker automates end-to-end recruitment decisions.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ranks candidates, schedules interviews, and filters applicants using Greedy strategies.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reduces recruiter workload and speeds up hiring.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is fast, simple, and easy to scale to real-world hiring volumes.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Greedy algorithms make the system practical and easy to maintain.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