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67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524000" y="370190"/>
            <a:ext cx="9144000" cy="28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“Job Application Tracker using Greedy Match”</a:t>
            </a:r>
            <a:b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513971" y="4758271"/>
            <a:ext cx="4952764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SUVEDHAN G (192524381)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G.HARI PRASAD (192525273)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JASHWANTH.G.R (192524384)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7478567" y="5213704"/>
            <a:ext cx="37044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br>
              <a:rPr lang="en-IN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T. RAJESH KUMAR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lang="en-IN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556386" y="2890411"/>
            <a:ext cx="664660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CSA0303- Data Structures</a:t>
            </a:r>
            <a:endParaRPr sz="32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795819" cy="4810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Job Application Tracker using Greedy Match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Automates candidate screening, ranking, and interview scheduling for recruiters.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Uses Greedy algorithms to make the locally optimal choice at every hiring stage.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Matches applicant skills to job requirements with a computed score.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Improves speed, fairness, and efficiency of the recruitment pipeline.</a:t>
            </a:r>
            <a:endParaRPr/>
          </a:p>
          <a:p>
            <a:pPr marL="51435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2575022" y="365125"/>
            <a:ext cx="6990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838200" y="1708009"/>
            <a:ext cx="10439400" cy="398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 sz="2400" b="1">
                <a:latin typeface="Times New Roman"/>
                <a:ea typeface="Times New Roman"/>
                <a:cs typeface="Times New Roman"/>
                <a:sym typeface="Times New Roman"/>
              </a:rPr>
              <a:t>THE CHALLENGE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Manual resume screening is slow and inconsistent across recruiters. 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Interview slots are often double-booked or scheduled inefficiently. 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Large applicant pools make it hard to shortlist fairly and quickly. 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Recruiters need a fast, rule-based system, not a complex optimizer. 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A Greedy-based tracker can solve this with simple, fast decisions.</a:t>
            </a:r>
            <a:endParaRPr dirty="0"/>
          </a:p>
          <a:p>
            <a:pPr marL="228600" lvl="0" indent="-76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" name="Google Shape;11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002" y="23018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5884" y="23018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1526807" y="-83418"/>
            <a:ext cx="8540400" cy="16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89"/>
              <a:buNone/>
            </a:pPr>
            <a:r>
              <a:rPr lang="en-IN" sz="4000" b="1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br>
              <a:rPr lang="en-IN" sz="4000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6"/>
          <p:cNvSpPr txBox="1">
            <a:spLocks noGrp="1"/>
          </p:cNvSpPr>
          <p:nvPr>
            <p:ph type="body" idx="1"/>
          </p:nvPr>
        </p:nvSpPr>
        <p:spPr>
          <a:xfrm>
            <a:off x="1671144" y="2116177"/>
            <a:ext cx="8903173" cy="353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Input Layer: resumes and job postings.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Processing Layer: Scorer, Scheduler, Filter engines.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Data Layer: arrays and sorted score/slot lists.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Decision Layer: best local choice at each stage.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Output Layer: ranked list, calendar, and shortlist.</a:t>
            </a:r>
            <a:endParaRPr/>
          </a:p>
          <a:p>
            <a:pPr marL="228600" marR="0" lvl="0" indent="-76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"/>
            <a:ext cx="924250" cy="109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88053" y="81377"/>
            <a:ext cx="1103950" cy="975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388" y="1364050"/>
            <a:ext cx="10280701" cy="555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>
            <a:spLocks noGrp="1"/>
          </p:cNvSpPr>
          <p:nvPr>
            <p:ph type="title"/>
          </p:nvPr>
        </p:nvSpPr>
        <p:spPr>
          <a:xfrm>
            <a:off x="2015612" y="365125"/>
            <a:ext cx="933818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Project Modules</a:t>
            </a:r>
            <a:b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002" y="23018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5884" y="23018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>
            <a:spLocks noGrp="1"/>
          </p:cNvSpPr>
          <p:nvPr>
            <p:ph type="body" idx="1"/>
          </p:nvPr>
        </p:nvSpPr>
        <p:spPr>
          <a:xfrm>
            <a:off x="1091381" y="1619047"/>
            <a:ext cx="9792929" cy="4438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Three Core Modules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Module 1 - Candidate-Job Skill Scorer: ranks applicants by Match Score.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Module 2 - Interview Scheduling Optimizer: allocates conflict-free slots.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Module 3 - Recruitment Funnel Filter: shortlists top-tier candidates.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Each module applies a Greedy strategy at its own stage of hiring.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Together they form one end-to-end recruitment pipeline.</a:t>
            </a:r>
            <a:endParaRPr/>
          </a:p>
          <a:p>
            <a:pPr marL="228600" marR="0" lvl="0" indent="-76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2576052" y="934065"/>
            <a:ext cx="5810864" cy="1111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sz="3900" b="1">
                <a:latin typeface="Times New Roman"/>
                <a:ea typeface="Times New Roman"/>
                <a:cs typeface="Times New Roman"/>
                <a:sym typeface="Times New Roman"/>
              </a:rPr>
              <a:t>MODULE 1: Skill Scorer </a:t>
            </a:r>
            <a:endParaRPr sz="3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002" y="23018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5884" y="23018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>
            <a:spLocks noGrp="1"/>
          </p:cNvSpPr>
          <p:nvPr>
            <p:ph type="body" idx="1"/>
          </p:nvPr>
        </p:nvSpPr>
        <p:spPr>
          <a:xfrm>
            <a:off x="726831" y="2247464"/>
            <a:ext cx="10626969" cy="3834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Ranking Applicants by Relevance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Match applicant skill sets against job requirements.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Calculate a Match Score (0-100%) for each candidate.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Apply Greedy Approach: highest-scoring candidates first.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Generate a ranked list from most to least qualified.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Instantly flag top candidates for recruiter review.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/>
        </p:nvSpPr>
        <p:spPr>
          <a:xfrm>
            <a:off x="1838000" y="743500"/>
            <a:ext cx="8129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IN"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2: </a:t>
            </a:r>
            <a:endParaRPr sz="4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IN"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Interview Scheduling Optimizer</a:t>
            </a:r>
            <a:endParaRPr sz="4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002" y="23018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5884" y="23018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/>
          <p:nvPr/>
        </p:nvSpPr>
        <p:spPr>
          <a:xfrm>
            <a:off x="838200" y="1924223"/>
            <a:ext cx="1029768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endParaRPr sz="2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lang="en-IN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Time-Slot Allocation Tool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lang="en-IN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Assigns interview slots based on recruiter availability.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lang="en-IN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Greedy Interval Scheduling to pick earliest slots.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lang="en-IN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Sorts requests by finish time to avoid overlaps.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lang="en-IN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Maximizes the number of interviews per day.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lang="en-IN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Produces a fully packed, conflict-free calendar.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>
            <a:spLocks noGrp="1"/>
          </p:cNvSpPr>
          <p:nvPr>
            <p:ph type="title"/>
          </p:nvPr>
        </p:nvSpPr>
        <p:spPr>
          <a:xfrm>
            <a:off x="1159002" y="803275"/>
            <a:ext cx="9472500" cy="22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MODULE 3: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 Recruitment Funnel Filter</a:t>
            </a:r>
            <a:b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0"/>
          <p:cNvSpPr txBox="1">
            <a:spLocks noGrp="1"/>
          </p:cNvSpPr>
          <p:nvPr>
            <p:ph type="body" idx="1"/>
          </p:nvPr>
        </p:nvSpPr>
        <p:spPr>
          <a:xfrm>
            <a:off x="1241808" y="2761899"/>
            <a:ext cx="8385668" cy="322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Selects the top-N candidates above the score threshold.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Makes locally optimal choices at each stage.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Filters resumes, tests, and interviews in sequence.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Rapidly narrows a large pool to top-tier talent.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Passes only top-ranked candidates to the next stage.</a:t>
            </a:r>
            <a:endParaRPr/>
          </a:p>
          <a:p>
            <a:pPr marL="342900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58095" y="219808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/>
        </p:nvSpPr>
        <p:spPr>
          <a:xfrm>
            <a:off x="2921801" y="598672"/>
            <a:ext cx="5565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IN"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  <a:endParaRPr sz="4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002" y="23018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5884" y="23018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/>
          <p:nvPr/>
        </p:nvSpPr>
        <p:spPr>
          <a:xfrm>
            <a:off x="838200" y="1924223"/>
            <a:ext cx="1029768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90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p21" title="_- visual selection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5263" y="1836088"/>
            <a:ext cx="11801475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1312882" y="1124607"/>
            <a:ext cx="8540414" cy="165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22222"/>
              <a:buNone/>
            </a:pPr>
            <a:r>
              <a:rPr lang="en-IN" sz="4000" b="1">
                <a:latin typeface="Times New Roman"/>
                <a:ea typeface="Times New Roman"/>
                <a:cs typeface="Times New Roman"/>
                <a:sym typeface="Times New Roman"/>
              </a:rPr>
              <a:t>Techniques &amp; Data Structures Used</a:t>
            </a:r>
            <a:br>
              <a:rPr lang="en-IN" sz="4000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2"/>
          <p:cNvSpPr txBox="1">
            <a:spLocks noGrp="1"/>
          </p:cNvSpPr>
          <p:nvPr>
            <p:ph type="body" idx="1"/>
          </p:nvPr>
        </p:nvSpPr>
        <p:spPr>
          <a:xfrm>
            <a:off x="1671144" y="2116177"/>
            <a:ext cx="8903173" cy="353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Greedy Approach (Max-Score First) for skill scoring.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Greedy Interval Scheduling for interview slot allocation.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Greedy Filtering for funnel-based shortlisting.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Arrays / Sorting to rank candidates by score or time.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Priority Queue to always access the top-ranked candidate.</a:t>
            </a:r>
            <a:endParaRPr/>
          </a:p>
          <a:p>
            <a:pPr marL="228600" marR="0" lvl="0" indent="-76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" name="Google Shape;16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58095" y="219808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>
            <a:spLocks noGrp="1"/>
          </p:cNvSpPr>
          <p:nvPr>
            <p:ph type="title"/>
          </p:nvPr>
        </p:nvSpPr>
        <p:spPr>
          <a:xfrm>
            <a:off x="1826478" y="907097"/>
            <a:ext cx="8326800" cy="1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3"/>
          <p:cNvSpPr txBox="1">
            <a:spLocks noGrp="1"/>
          </p:cNvSpPr>
          <p:nvPr>
            <p:ph type="body" idx="1"/>
          </p:nvPr>
        </p:nvSpPr>
        <p:spPr>
          <a:xfrm>
            <a:off x="865800" y="2456983"/>
            <a:ext cx="11046600" cy="24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Rapid and simple candidate matching.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Efficient interview scheduling with no time conflicts.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Faster shortlisting for high-volume recruitment drives.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Easy to implement and extend with new criteria.</a:t>
            </a:r>
            <a:endParaRPr/>
          </a:p>
          <a:p>
            <a:pPr marL="228600" marR="0" lvl="0" indent="-76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002" y="23018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5884" y="23018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>
            <a:spLocks noGrp="1"/>
          </p:cNvSpPr>
          <p:nvPr>
            <p:ph type="title"/>
          </p:nvPr>
        </p:nvSpPr>
        <p:spPr>
          <a:xfrm>
            <a:off x="3595700" y="370200"/>
            <a:ext cx="44907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58095" y="219808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>
            <a:spLocks noGrp="1"/>
          </p:cNvSpPr>
          <p:nvPr>
            <p:ph type="body" idx="1"/>
          </p:nvPr>
        </p:nvSpPr>
        <p:spPr>
          <a:xfrm>
            <a:off x="669891" y="2461208"/>
            <a:ext cx="10805328" cy="310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Job Application Tracker automates end-to-end recruitment decisions.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It ranks candidates, schedules interviews, and filters applicants using Greedy strategies.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It reduces recruiter workload and speeds up hiring.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It is fast, simple, and easy to scale to real-world hiring volumes.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Greedy algorithms make the system practical and easy to maintain.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</Words>
  <Application>Microsoft Office PowerPoint</Application>
  <PresentationFormat>Widescreen</PresentationFormat>
  <Paragraphs>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Noto Sans Symbols</vt:lpstr>
      <vt:lpstr>Times New Roman</vt:lpstr>
      <vt:lpstr>Office Theme</vt:lpstr>
      <vt:lpstr>“Job Application Tracker using Greedy Match”  </vt:lpstr>
      <vt:lpstr>INTRODUCTION</vt:lpstr>
      <vt:lpstr>PROBLEM STATEMENT</vt:lpstr>
      <vt:lpstr>System Architecture </vt:lpstr>
      <vt:lpstr>Project Modules </vt:lpstr>
      <vt:lpstr>MODULE 1: Skill Scorer </vt:lpstr>
      <vt:lpstr>PowerPoint Presentation</vt:lpstr>
      <vt:lpstr>MODULE 3:  Recruitment Funnel Filter </vt:lpstr>
      <vt:lpstr>PowerPoint Presentation</vt:lpstr>
      <vt:lpstr>Techniques &amp; Data Structures Used </vt:lpstr>
      <vt:lpstr>Advantages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Anusha Reddy</dc:creator>
  <cp:lastModifiedBy>Anusha Reddy</cp:lastModifiedBy>
  <cp:revision>1</cp:revision>
  <dcterms:modified xsi:type="dcterms:W3CDTF">2026-08-08T05:50:07Z</dcterms:modified>
</cp:coreProperties>
</file>